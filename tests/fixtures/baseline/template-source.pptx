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8bf181c544a2d" /><Relationship Type="http://schemas.openxmlformats.org/officeDocument/2006/relationships/extended-properties" Target="/docProps/app.xml" Id="R06c07ec5ab494331" /><Relationship Type="http://schemas.openxmlformats.org/officeDocument/2006/relationships/officeDocument" Target="/ppt/presentation.xml" Id="Rcd09ec9b71824b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58a7993504037"/>
  </p:sldMasterIdLst>
  <p:notesMasterIdLst>
    <p:notesMasterId xmlns:r="http://schemas.openxmlformats.org/officeDocument/2006/relationships" r:id="R350153987f5840e4"/>
  </p:notesMasterIdLst>
  <p:sldIdLst>
    <p:sldId xmlns:r="http://schemas.openxmlformats.org/officeDocument/2006/relationships" id="256" r:id="R29d0ca6277b04b10"/>
    <p:sldId xmlns:r="http://schemas.openxmlformats.org/officeDocument/2006/relationships" id="257" r:id="Ra2d66c12581346a7"/>
    <p:sldId xmlns:r="http://schemas.openxmlformats.org/officeDocument/2006/relationships" id="258" r:id="R406424cde1974a6b"/>
    <p:sldId xmlns:r="http://schemas.openxmlformats.org/officeDocument/2006/relationships" id="259" r:id="Rd74ebc12ebd44a2e"/>
    <p:sldId xmlns:r="http://schemas.openxmlformats.org/officeDocument/2006/relationships" id="260" r:id="R44a82414ecba4210"/>
    <p:sldId xmlns:r="http://schemas.openxmlformats.org/officeDocument/2006/relationships" id="261" r:id="R2808197c810849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1d5b4aef849d7" /><Relationship Type="http://schemas.openxmlformats.org/officeDocument/2006/relationships/slideMaster" Target="/ppt/slideMasters/slideMaster1.xml" Id="Rbd158a7993504037" /><Relationship Type="http://schemas.openxmlformats.org/officeDocument/2006/relationships/notesMaster" Target="/ppt/notesMasters/notesMaster1.xml" Id="R350153987f5840e4" /><Relationship Type="http://schemas.openxmlformats.org/officeDocument/2006/relationships/presProps" Target="/ppt/presProps.xml" Id="Rfd1b95dcfa224b0c" /><Relationship Type="http://schemas.openxmlformats.org/officeDocument/2006/relationships/tableStyles" Target="/ppt/tableStyles.xml" Id="R004d61adb9c84d0c" /><Relationship Type="http://schemas.openxmlformats.org/officeDocument/2006/relationships/slide" Target="/ppt/slides/slide1.xml" Id="R29d0ca6277b04b10" /><Relationship Type="http://schemas.openxmlformats.org/officeDocument/2006/relationships/slide" Target="/ppt/slides/slide2.xml" Id="Ra2d66c12581346a7" /><Relationship Type="http://schemas.openxmlformats.org/officeDocument/2006/relationships/slide" Target="/ppt/slides/slide3.xml" Id="R406424cde1974a6b" /><Relationship Type="http://schemas.openxmlformats.org/officeDocument/2006/relationships/slide" Target="/ppt/slides/slide4.xml" Id="Rd74ebc12ebd44a2e" /><Relationship Type="http://schemas.openxmlformats.org/officeDocument/2006/relationships/slide" Target="/ppt/slides/slide5.xml" Id="R44a82414ecba4210" /><Relationship Type="http://schemas.openxmlformats.org/officeDocument/2006/relationships/slide" Target="/ppt/slides/slide6.xml" Id="R2808197c8108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e9ceab765a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6481d497b48e1" /><Relationship Type="http://schemas.openxmlformats.org/officeDocument/2006/relationships/notesMaster" Target="/ppt/notesMasters/notesMaster1.xml" Id="R44bcb44b4742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4e48fe6c7b4f88" /><Relationship Type="http://schemas.openxmlformats.org/officeDocument/2006/relationships/notesMaster" Target="/ppt/notesMasters/notesMaster1.xml" Id="Rd67d146fed42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21c659ca8a476c" /><Relationship Type="http://schemas.openxmlformats.org/officeDocument/2006/relationships/notesMaster" Target="/ppt/notesMasters/notesMaster1.xml" Id="R4f5058a8f37a43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a725117a14602" /><Relationship Type="http://schemas.openxmlformats.org/officeDocument/2006/relationships/notesMaster" Target="/ppt/notesMasters/notesMaster1.xml" Id="Rccedf12cbd6e4b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a80a5da38492c" /><Relationship Type="http://schemas.openxmlformats.org/officeDocument/2006/relationships/notesMaster" Target="/ppt/notesMasters/notesMaster1.xml" Id="R7de0bb1dcf3b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11af7d9cd742e2" /><Relationship Type="http://schemas.openxmlformats.org/officeDocument/2006/relationships/notesMaster" Target="/ppt/notesMasters/notesMaster1.xml" Id="R2debeda0813d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492ef18b147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ad6fa979a4d1e" /><Relationship Type="http://schemas.openxmlformats.org/officeDocument/2006/relationships/slideLayout" Target="/ppt/slideLayouts/slideLayout1.xml" Id="R2571803a467d47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1803a467d47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859c708e54714" /><Relationship Type="http://schemas.openxmlformats.org/officeDocument/2006/relationships/notesSlide" Target="/ppt/notesSlides/notesSlide1.xml" Id="R83213aadb75541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67d5193184c64" /><Relationship Type="http://schemas.openxmlformats.org/officeDocument/2006/relationships/notesSlide" Target="/ppt/notesSlides/notesSlide2.xml" Id="R01a3e905397848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8b5ea89754fef" /><Relationship Type="http://schemas.openxmlformats.org/officeDocument/2006/relationships/notesSlide" Target="/ppt/notesSlides/notesSlide3.xml" Id="R4b5420d6562f48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a3835da8e4dfb" /><Relationship Type="http://schemas.openxmlformats.org/officeDocument/2006/relationships/notesSlide" Target="/ppt/notesSlides/notesSlide4.xml" Id="R82700fec2ff54c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e8ff657ad4d76" /><Relationship Type="http://schemas.openxmlformats.org/officeDocument/2006/relationships/chart" Target="/ppt/slides/charts/chart1.xml" Id="R87b29ac512e2464b" /><Relationship Type="http://schemas.openxmlformats.org/officeDocument/2006/relationships/notesSlide" Target="/ppt/notesSlides/notesSlide5.xml" Id="R35a263fc8562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275876c7a4376" /><Relationship Type="http://schemas.openxmlformats.org/officeDocument/2006/relationships/notesSlide" Target="/ppt/notesSlides/notesSlide6.xml" Id="Re7a21c453fb5409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示例指数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一月</c:v>
              </c:pt>
              <c:pt idx="1">
                <c:v>二月</c:v>
              </c:pt>
              <c:pt idx="2">
                <c:v>三月</c:v>
              </c:pt>
              <c:pt idx="3">
                <c:v>四月</c:v>
              </c:pt>
            </c:strLit>
          </c:cat>
          <c:val>
            <c:numLit>
              <c:formatCode>General</c:formatCode>
              <c:ptCount val="4"/>
              <c:pt idx="0">
                <c:v>64</c:v>
              </c:pt>
              <c:pt idx="1">
                <c:v>72</c:v>
              </c:pt>
              <c:pt idx="2">
                <c:v>78</c:v>
              </c:pt>
              <c:pt idx="3">
                <c:v>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18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18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C34BD90-D006-4881-B380-73AB662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B86D4C-1942-408A-908A-CBA6A74F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中性模板源文件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A180838-8EC5-4BAC-8BCB-0BB92831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9D7E5"/>
                </a:solidFill>
              </a:defRPr>
            </a:pPr>
            <a:r>
              <a:rPr sz="1800">
                <a:solidFill>
                  <a:srgbClr val="C9D7E5"/>
                </a:solidFill>
              </a:rPr>
              <a:t>六类页面角色 · 固定回归测试夹具</a:t>
            </a:r>
          </a:p>
        </p:txBody>
      </p:sp>
      <p:sp>
        <p:nvSpPr>
          <p:cNvPr id="4" name="cover-tag">
            <a:extLst xmlns:a="http://schemas.openxmlformats.org/drawingml/2006/main">
              <a:ext uri="{FF2B5EF4-FFF2-40B4-BE49-F238E27FC236}">
                <a16:creationId xmlns:a16="http://schemas.microsoft.com/office/drawing/2014/main" id="{D14B54E6-73EC-40E2-9B38-6854ECC0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C6D5"/>
                </a:solidFill>
              </a:defRPr>
            </a:pPr>
            <a:r>
              <a:rPr sz="900" b="1">
                <a:solidFill>
                  <a:srgbClr val="58C6D5"/>
                </a:solidFill>
              </a:rPr>
              <a:t>DETERMINISTIC TEST FIXTURE</a:t>
            </a:r>
          </a:p>
        </p:txBody>
      </p:sp>
    </p:spTree>
    <p:extLst>
      <p:ext uri="{BB962C8B-B14F-4D97-AF65-F5344CB8AC3E}">
        <p14:creationId xmlns:p14="http://schemas.microsoft.com/office/powerpoint/2010/main" val="1104538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number-2">
            <a:extLst xmlns:a="http://schemas.openxmlformats.org/drawingml/2006/main">
              <a:ext uri="{FF2B5EF4-FFF2-40B4-BE49-F238E27FC236}">
                <a16:creationId xmlns:a16="http://schemas.microsoft.com/office/drawing/2014/main" id="{47EEB6AC-9DDE-461A-AD3F-490F7108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F6BFF"/>
                </a:solidFill>
              </a:defRPr>
            </a:pPr>
            <a:r>
              <a:rPr sz="72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2" name="chapter-title-2">
            <a:extLst xmlns:a="http://schemas.openxmlformats.org/drawingml/2006/main">
              <a:ext uri="{FF2B5EF4-FFF2-40B4-BE49-F238E27FC236}">
                <a16:creationId xmlns:a16="http://schemas.microsoft.com/office/drawing/2014/main" id="{F890FF63-7CA8-479A-87F1-6F48FF34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章节页</a:t>
            </a:r>
          </a:p>
        </p:txBody>
      </p:sp>
      <p:sp>
        <p:nvSpPr>
          <p:cNvPr id="3" name="chapter-body-2">
            <a:extLst xmlns:a="http://schemas.openxmlformats.org/drawingml/2006/main">
              <a:ext uri="{FF2B5EF4-FFF2-40B4-BE49-F238E27FC236}">
                <a16:creationId xmlns:a16="http://schemas.microsoft.com/office/drawing/2014/main" id="{FA235FA0-10AF-453F-B43F-F6517424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07181"/>
                </a:solidFill>
              </a:defRPr>
            </a:pPr>
            <a:r>
              <a:rPr sz="1650">
                <a:solidFill>
                  <a:srgbClr val="607181"/>
                </a:solidFill>
              </a:rPr>
              <a:t>用于章节转换与节奏控制。</a:t>
            </a:r>
          </a:p>
        </p:txBody>
      </p:sp>
      <p:sp>
        <p:nvSpPr>
          <p:cNvPr id="4" name="chapter-page-2">
            <a:extLst xmlns:a="http://schemas.openxmlformats.org/drawingml/2006/main">
              <a:ext uri="{FF2B5EF4-FFF2-40B4-BE49-F238E27FC236}">
                <a16:creationId xmlns:a16="http://schemas.microsoft.com/office/drawing/2014/main" id="{73F3510C-40F0-46CB-92D8-EC90096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7704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7380674E-A37D-4564-9A00-2426DE14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3">
            <a:extLst xmlns:a="http://schemas.openxmlformats.org/drawingml/2006/main">
              <a:ext uri="{FF2B5EF4-FFF2-40B4-BE49-F238E27FC236}">
                <a16:creationId xmlns:a16="http://schemas.microsoft.com/office/drawing/2014/main" id="{398CC4D1-CC27-45EA-AE8F-C8B135DE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CONTENT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A203C834-DD13-464C-A6BC-7DF81BC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03</a:t>
            </a:r>
          </a:p>
        </p:txBody>
      </p:sp>
      <p:sp>
        <p:nvSpPr>
          <p:cNvPr id="4" name="content-3-title">
            <a:extLst xmlns:a="http://schemas.openxmlformats.org/drawingml/2006/main">
              <a:ext uri="{FF2B5EF4-FFF2-40B4-BE49-F238E27FC236}">
                <a16:creationId xmlns:a16="http://schemas.microsoft.com/office/drawing/2014/main" id="{BA5D0058-912C-43BD-B91B-B0ACC465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内容页强调一个结论</a:t>
            </a:r>
          </a:p>
        </p:txBody>
      </p:sp>
      <p:sp>
        <p:nvSpPr>
          <p:cNvPr id="5" name="content-3-subtitle">
            <a:extLst xmlns:a="http://schemas.openxmlformats.org/drawingml/2006/main">
              <a:ext uri="{FF2B5EF4-FFF2-40B4-BE49-F238E27FC236}">
                <a16:creationId xmlns:a16="http://schemas.microsoft.com/office/drawing/2014/main" id="{2C087DD3-5999-4F7F-9EF4-FC10B550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正文保持原生可编辑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6859DEB-7AD3-47B7-BE1F-6E8B47A7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3CEB2F30-5F5C-4637-A5FF-FB0192A2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一页只承担一个叙事任务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BFF764F-1558-4FD4-8084-018929B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3F0618B-2C54-435A-B947-422B59B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标题表达结论，而不是只写主题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9D05261-3160-4396-A67D-2B87FF0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16C1AF98-BC2A-4A41-A0AC-72C6E64C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信息不足时优先精简或拆页</a:t>
            </a:r>
          </a:p>
        </p:txBody>
      </p:sp>
    </p:spTree>
    <p:extLst>
      <p:ext uri="{BB962C8B-B14F-4D97-AF65-F5344CB8AC3E}">
        <p14:creationId xmlns:p14="http://schemas.microsoft.com/office/powerpoint/2010/main" val="1689898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71CD7EB3-7985-42C0-A978-82D71C2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4">
            <a:extLst xmlns:a="http://schemas.openxmlformats.org/drawingml/2006/main">
              <a:ext uri="{FF2B5EF4-FFF2-40B4-BE49-F238E27FC236}">
                <a16:creationId xmlns:a16="http://schemas.microsoft.com/office/drawing/2014/main" id="{5862A0BC-5561-4EF0-BF52-03248C2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IMAGE-CONTENT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47B5458E-024E-4F77-A71C-A8706E56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04</a:t>
            </a:r>
          </a:p>
        </p:txBody>
      </p:sp>
      <p:sp>
        <p:nvSpPr>
          <p:cNvPr id="4" name="visual-4-title">
            <a:extLst xmlns:a="http://schemas.openxmlformats.org/drawingml/2006/main">
              <a:ext uri="{FF2B5EF4-FFF2-40B4-BE49-F238E27FC236}">
                <a16:creationId xmlns:a16="http://schemas.microsoft.com/office/drawing/2014/main" id="{67C17BB7-488D-4CF7-9BE5-BD26185D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图片内容页预留明确安全区</a:t>
            </a:r>
          </a:p>
        </p:txBody>
      </p:sp>
      <p:sp>
        <p:nvSpPr>
          <p:cNvPr id="5" name="visual-4-subtitle">
            <a:extLst xmlns:a="http://schemas.openxmlformats.org/drawingml/2006/main">
              <a:ext uri="{FF2B5EF4-FFF2-40B4-BE49-F238E27FC236}">
                <a16:creationId xmlns:a16="http://schemas.microsoft.com/office/drawing/2014/main" id="{288B107D-FEE4-4DD9-9AB0-B401EB3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模板允许视觉替换，但不允许关键文字进入图片</a:t>
            </a:r>
          </a:p>
        </p:txBody>
      </p:sp>
      <p:sp>
        <p:nvSpPr>
          <p:cNvPr id="6" name="image-frame">
            <a:extLst xmlns:a="http://schemas.openxmlformats.org/drawingml/2006/main">
              <a:ext uri="{FF2B5EF4-FFF2-40B4-BE49-F238E27FC236}">
                <a16:creationId xmlns:a16="http://schemas.microsoft.com/office/drawing/2014/main" id="{A7CCF71D-AF0C-4638-A84F-118D79A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5810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image-frame-label">
            <a:extLst xmlns:a="http://schemas.openxmlformats.org/drawingml/2006/main">
              <a:ext uri="{FF2B5EF4-FFF2-40B4-BE49-F238E27FC236}">
                <a16:creationId xmlns:a16="http://schemas.microsoft.com/office/drawing/2014/main" id="{989CC5FC-D60E-422D-BBAB-5AF737A2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6BFF"/>
                </a:solidFill>
              </a:defRPr>
            </a:pPr>
            <a:r>
              <a:rPr sz="1950" b="1">
                <a:solidFill>
                  <a:srgbClr val="2F6BFF"/>
                </a:solidFill>
              </a:rPr>
              <a:t>视觉素材区域</a:t>
            </a:r>
          </a:p>
          <a:p xmlns:a="http://schemas.openxmlformats.org/drawingml/2006/main">
            <a:pPr algn="ctr">
              <a:defRPr sz="1950" b="1">
                <a:solidFill>
                  <a:srgbClr val="2F6BFF"/>
                </a:solidFill>
              </a:defRPr>
            </a:pPr>
            <a:r>
              <a:rPr sz="1950" b="1">
                <a:solidFill>
                  <a:srgbClr val="2F6BFF"/>
                </a:solidFill>
              </a:rPr>
              <a:t>保留文字安全区</a:t>
            </a:r>
          </a:p>
        </p:txBody>
      </p:sp>
      <p:sp>
        <p:nvSpPr>
          <p:cNvPr id="8" name="visual-copy">
            <a:extLst xmlns:a="http://schemas.openxmlformats.org/drawingml/2006/main">
              <a:ext uri="{FF2B5EF4-FFF2-40B4-BE49-F238E27FC236}">
                <a16:creationId xmlns:a16="http://schemas.microsoft.com/office/drawing/2014/main" id="{DD6B75FF-4824-450F-8BE2-28395904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61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212B"/>
                </a:solidFill>
              </a:defRPr>
            </a:pPr>
            <a:r>
              <a:rPr sz="1800">
                <a:solidFill>
                  <a:srgbClr val="15212B"/>
                </a:solidFill>
              </a:rPr>
              <a:t>左侧：结论与关键说明</a:t>
            </a:r>
          </a:p>
          <a:p xmlns:a="http://schemas.openxmlformats.org/drawingml/2006/main">
            <a:pPr>
              <a:defRPr sz="1800">
                <a:solidFill>
                  <a:srgbClr val="15212B"/>
                </a:solidFill>
              </a:defRPr>
            </a:pPr>
            <a:r>
              <a:rPr sz="1800">
                <a:solidFill>
                  <a:srgbClr val="15212B"/>
                </a:solidFill>
              </a:rPr>
              <a:t>右侧：图片、场景或插画</a:t>
            </a:r>
          </a:p>
        </p:txBody>
      </p:sp>
    </p:spTree>
    <p:extLst>
      <p:ext uri="{BB962C8B-B14F-4D97-AF65-F5344CB8AC3E}">
        <p14:creationId xmlns:p14="http://schemas.microsoft.com/office/powerpoint/2010/main" val="1043152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15691AE0-AB2A-4875-9D1C-012C341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5">
            <a:extLst xmlns:a="http://schemas.openxmlformats.org/drawingml/2006/main">
              <a:ext uri="{FF2B5EF4-FFF2-40B4-BE49-F238E27FC236}">
                <a16:creationId xmlns:a16="http://schemas.microsoft.com/office/drawing/2014/main" id="{FC390FC3-2012-4426-BA99-463BDD88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DATA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02E58FDE-97D5-4AD1-A5AA-7B0AB79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05</a:t>
            </a:r>
          </a:p>
        </p:txBody>
      </p:sp>
      <p:sp>
        <p:nvSpPr>
          <p:cNvPr id="4" name="chart-5-title">
            <a:extLst xmlns:a="http://schemas.openxmlformats.org/drawingml/2006/main">
              <a:ext uri="{FF2B5EF4-FFF2-40B4-BE49-F238E27FC236}">
                <a16:creationId xmlns:a16="http://schemas.microsoft.com/office/drawing/2014/main" id="{AA1E20D0-5B73-46F9-9FF2-5B69EF8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数据页使用原生可编辑图表</a:t>
            </a:r>
          </a:p>
        </p:txBody>
      </p:sp>
      <p:sp>
        <p:nvSpPr>
          <p:cNvPr id="5" name="chart-5-subtitle">
            <a:extLst xmlns:a="http://schemas.openxmlformats.org/drawingml/2006/main">
              <a:ext uri="{FF2B5EF4-FFF2-40B4-BE49-F238E27FC236}">
                <a16:creationId xmlns:a16="http://schemas.microsoft.com/office/drawing/2014/main" id="{1A9212EC-FE6F-47A4-936D-7E41D2FF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示例合成数据，仅验证原生图表对象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952500" y="2381250"/>
          <a:ext xmlns:a="http://schemas.openxmlformats.org/drawingml/2006/main" cx="990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29ac512e2464b"/>
          </a:graphicData>
        </a:graphic>
      </p:graphicFrame>
    </p:spTree>
    <p:extLst>
      <p:ext uri="{BB962C8B-B14F-4D97-AF65-F5344CB8AC3E}">
        <p14:creationId xmlns:p14="http://schemas.microsoft.com/office/powerpoint/2010/main" val="489205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ding-title">
            <a:extLst xmlns:a="http://schemas.openxmlformats.org/drawingml/2006/main">
              <a:ext uri="{FF2B5EF4-FFF2-40B4-BE49-F238E27FC236}">
                <a16:creationId xmlns:a16="http://schemas.microsoft.com/office/drawing/2014/main" id="{7B9E8157-4930-4EF4-9223-4832FD6C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结束页回应开场</a:t>
            </a:r>
          </a:p>
        </p:txBody>
      </p:sp>
      <p:sp>
        <p:nvSpPr>
          <p:cNvPr id="2" name="ending-body">
            <a:extLst xmlns:a="http://schemas.openxmlformats.org/drawingml/2006/main">
              <a:ext uri="{FF2B5EF4-FFF2-40B4-BE49-F238E27FC236}">
                <a16:creationId xmlns:a16="http://schemas.microsoft.com/office/drawing/2014/main" id="{13599450-A7AA-49F5-96B1-F80D8550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C9D7E5"/>
                </a:solidFill>
              </a:defRPr>
            </a:pPr>
            <a:r>
              <a:rPr sz="1650">
                <a:solidFill>
                  <a:srgbClr val="C9D7E5"/>
                </a:solidFill>
              </a:rPr>
              <a:t>下一步由用户根据真实任务确认</a:t>
            </a:r>
          </a:p>
        </p:txBody>
      </p:sp>
      <p:sp>
        <p:nvSpPr>
          <p:cNvPr id="3" name="ending-page">
            <a:extLst xmlns:a="http://schemas.openxmlformats.org/drawingml/2006/main">
              <a:ext uri="{FF2B5EF4-FFF2-40B4-BE49-F238E27FC236}">
                <a16:creationId xmlns:a16="http://schemas.microsoft.com/office/drawing/2014/main" id="{5F782C6A-BDB6-4509-93FC-5DD8093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C6D5"/>
                </a:solidFill>
              </a:defRPr>
            </a:pPr>
            <a:r>
              <a:rPr sz="900" b="1">
                <a:solidFill>
                  <a:srgbClr val="58C6D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0950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2026-07-13T04:30:14.3760000Z</dcterms:created>
  <dcterms:modified xsi:type="dcterms:W3CDTF">2026-07-13T04:30:14.3760000Z</dcterms:modified>
</coreProperties>
</file>