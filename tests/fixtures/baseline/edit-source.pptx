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13f6b8e7a8a49da" /><Relationship Type="http://schemas.openxmlformats.org/officeDocument/2006/relationships/extended-properties" Target="/docProps/app.xml" Id="Raf15b4500e924062" /><Relationship Type="http://schemas.openxmlformats.org/officeDocument/2006/relationships/officeDocument" Target="/ppt/presentation.xml" Id="Rcaef2634789a444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076f7ec66d44a58"/>
  </p:sldMasterIdLst>
  <p:notesMasterIdLst>
    <p:notesMasterId xmlns:r="http://schemas.openxmlformats.org/officeDocument/2006/relationships" r:id="Rc2dc65713af34c6e"/>
  </p:notesMasterIdLst>
  <p:sldIdLst>
    <p:sldId xmlns:r="http://schemas.openxmlformats.org/officeDocument/2006/relationships" id="256" r:id="Rd6dd8cb8190c4af0"/>
    <p:sldId xmlns:r="http://schemas.openxmlformats.org/officeDocument/2006/relationships" id="257" r:id="R371646ef46db4359"/>
    <p:sldId xmlns:r="http://schemas.openxmlformats.org/officeDocument/2006/relationships" id="258" r:id="R492bd9a6044147b4"/>
    <p:sldId xmlns:r="http://schemas.openxmlformats.org/officeDocument/2006/relationships" id="259" r:id="R615dafdff0874a95"/>
    <p:sldId xmlns:r="http://schemas.openxmlformats.org/officeDocument/2006/relationships" id="260" r:id="R77bc0c73581c44a6"/>
    <p:sldId xmlns:r="http://schemas.openxmlformats.org/officeDocument/2006/relationships" id="261" r:id="Rc93aa7580b014c43"/>
    <p:sldId xmlns:r="http://schemas.openxmlformats.org/officeDocument/2006/relationships" id="262" r:id="R204bea63ded944aa"/>
    <p:sldId xmlns:r="http://schemas.openxmlformats.org/officeDocument/2006/relationships" id="263" r:id="R4eb40d342781400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2c603e7610c4be6" /><Relationship Type="http://schemas.openxmlformats.org/officeDocument/2006/relationships/slideMaster" Target="/ppt/slideMasters/slideMaster1.xml" Id="R1076f7ec66d44a58" /><Relationship Type="http://schemas.openxmlformats.org/officeDocument/2006/relationships/notesMaster" Target="/ppt/notesMasters/notesMaster1.xml" Id="Rc2dc65713af34c6e" /><Relationship Type="http://schemas.openxmlformats.org/officeDocument/2006/relationships/presProps" Target="/ppt/presProps.xml" Id="R36e45e550dd44707" /><Relationship Type="http://schemas.openxmlformats.org/officeDocument/2006/relationships/tableStyles" Target="/ppt/tableStyles.xml" Id="R60e4dba620174335" /><Relationship Type="http://schemas.openxmlformats.org/officeDocument/2006/relationships/slide" Target="/ppt/slides/slide1.xml" Id="Rd6dd8cb8190c4af0" /><Relationship Type="http://schemas.openxmlformats.org/officeDocument/2006/relationships/slide" Target="/ppt/slides/slide2.xml" Id="R371646ef46db4359" /><Relationship Type="http://schemas.openxmlformats.org/officeDocument/2006/relationships/slide" Target="/ppt/slides/slide3.xml" Id="R492bd9a6044147b4" /><Relationship Type="http://schemas.openxmlformats.org/officeDocument/2006/relationships/slide" Target="/ppt/slides/slide4.xml" Id="R615dafdff0874a95" /><Relationship Type="http://schemas.openxmlformats.org/officeDocument/2006/relationships/slide" Target="/ppt/slides/slide5.xml" Id="R77bc0c73581c44a6" /><Relationship Type="http://schemas.openxmlformats.org/officeDocument/2006/relationships/slide" Target="/ppt/slides/slide6.xml" Id="Rc93aa7580b014c43" /><Relationship Type="http://schemas.openxmlformats.org/officeDocument/2006/relationships/slide" Target="/ppt/slides/slide7.xml" Id="R204bea63ded944aa" /><Relationship Type="http://schemas.openxmlformats.org/officeDocument/2006/relationships/slide" Target="/ppt/slides/slide8.xml" Id="R4eb40d342781400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9e2ad009302472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f672000e3ae4d73" /><Relationship Type="http://schemas.openxmlformats.org/officeDocument/2006/relationships/notesMaster" Target="/ppt/notesMasters/notesMaster1.xml" Id="Rd8b4eb7aa1b04c5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d9c42450d224c0a" /><Relationship Type="http://schemas.openxmlformats.org/officeDocument/2006/relationships/notesMaster" Target="/ppt/notesMasters/notesMaster1.xml" Id="R6d65e53c3ffb420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b94f5c59ad24374" /><Relationship Type="http://schemas.openxmlformats.org/officeDocument/2006/relationships/notesMaster" Target="/ppt/notesMasters/notesMaster1.xml" Id="R1a19fc4dc19b43c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d286d9d12d04a15" /><Relationship Type="http://schemas.openxmlformats.org/officeDocument/2006/relationships/notesMaster" Target="/ppt/notesMasters/notesMaster1.xml" Id="R7ce47403943646f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367a33cff6c4d09" /><Relationship Type="http://schemas.openxmlformats.org/officeDocument/2006/relationships/notesMaster" Target="/ppt/notesMasters/notesMaster1.xml" Id="R4d7295ae435e47d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76e5ce40b124aee" /><Relationship Type="http://schemas.openxmlformats.org/officeDocument/2006/relationships/notesMaster" Target="/ppt/notesMasters/notesMaster1.xml" Id="R63cb17fb5fb44fb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48bfb6447604df2" /><Relationship Type="http://schemas.openxmlformats.org/officeDocument/2006/relationships/notesMaster" Target="/ppt/notesMasters/notesMaster1.xml" Id="R1d9147f397ab414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67f380b125e4040" /><Relationship Type="http://schemas.openxmlformats.org/officeDocument/2006/relationships/notesMaster" Target="/ppt/notesMasters/notesMaster1.xml" Id="R2981b321bbf143c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28aa5fb2db422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53f324aaec4620" /><Relationship Type="http://schemas.openxmlformats.org/officeDocument/2006/relationships/slideLayout" Target="/ppt/slideLayouts/slideLayout1.xml" Id="R74efc44942cf45e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4efc44942cf45e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dd267f124d4a77" /><Relationship Type="http://schemas.openxmlformats.org/officeDocument/2006/relationships/notesSlide" Target="/ppt/notesSlides/notesSlide1.xml" Id="Rdfcedd0f735e41f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454ba82af04e63" /><Relationship Type="http://schemas.openxmlformats.org/officeDocument/2006/relationships/notesSlide" Target="/ppt/notesSlides/notesSlide2.xml" Id="Rfeebe8bf962d47b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ac01e0c2614943" /><Relationship Type="http://schemas.openxmlformats.org/officeDocument/2006/relationships/chart" Target="/ppt/slides/charts/chart1.xml" Id="R45673ef0a0924b3a" /><Relationship Type="http://schemas.openxmlformats.org/officeDocument/2006/relationships/notesSlide" Target="/ppt/notesSlides/notesSlide3.xml" Id="R51e3f324b3f44c5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83a2793ea04e1f" /><Relationship Type="http://schemas.openxmlformats.org/officeDocument/2006/relationships/notesSlide" Target="/ppt/notesSlides/notesSlide4.xml" Id="Rbd148c3103f6410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0d8c409de64b7f" /><Relationship Type="http://schemas.openxmlformats.org/officeDocument/2006/relationships/notesSlide" Target="/ppt/notesSlides/notesSlide5.xml" Id="R86ea2c1ce0e5422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877b37151e4ceb" /><Relationship Type="http://schemas.openxmlformats.org/officeDocument/2006/relationships/notesSlide" Target="/ppt/notesSlides/notesSlide6.xml" Id="Raf13374f63394c0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b46df8df844379" /><Relationship Type="http://schemas.openxmlformats.org/officeDocument/2006/relationships/notesSlide" Target="/ppt/notesSlides/notesSlide7.xml" Id="Re54d9346575a465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ea9a450c8f4e4d" /><Relationship Type="http://schemas.openxmlformats.org/officeDocument/2006/relationships/notesSlide" Target="/ppt/notesSlides/notesSlide8.xml" Id="R4b6122024d1142eb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示例指数</c:v>
          </c:tx>
          <c:spPr>
            <a:solidFill xmlns:a="http://schemas.openxmlformats.org/drawingml/2006/main">
              <a:srgbClr val="2F6BFF"/>
            </a:solidFill>
          </c:spPr>
          <c:cat>
            <c:strLit>
              <c:ptCount val="4"/>
              <c:pt idx="0">
                <c:v>一月</c:v>
              </c:pt>
              <c:pt idx="1">
                <c:v>二月</c:v>
              </c:pt>
              <c:pt idx="2">
                <c:v>三月</c:v>
              </c:pt>
              <c:pt idx="3">
                <c:v>四月</c:v>
              </c:pt>
            </c:strLit>
          </c:cat>
          <c:val>
            <c:numLit>
              <c:formatCode>General</c:formatCode>
              <c:ptCount val="4"/>
              <c:pt idx="0">
                <c:v>64</c:v>
              </c:pt>
              <c:pt idx="1">
                <c:v>72</c:v>
              </c:pt>
              <c:pt idx="2">
                <c:v>78</c:v>
              </c:pt>
              <c:pt idx="3">
                <c:v>86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5212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07181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1E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07181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1B3B6B59-22CB-4038-A2F2-FDD6B24AD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428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C6D5"/>
          </a:solidFill>
          <a:ln xmlns:a="http://schemas.openxmlformats.org/drawingml/2006/main" w="0">
            <a:solidFill>
              <a:srgbClr val="58C6D5"/>
            </a:solidFill>
            <a:prstDash val="solid"/>
          </a:ln>
        </p:spPr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87799838-725F-45BA-B8D8-82A7035B1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876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有界修改测试源文件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42015476-B461-44C1-AFE1-36FCF5768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C9D7E5"/>
                </a:solidFill>
              </a:defRPr>
            </a:pPr>
            <a:r>
              <a:rPr sz="1800">
                <a:solidFill>
                  <a:srgbClr val="C9D7E5"/>
                </a:solidFill>
              </a:rPr>
              <a:t>只允许修改第 4 页与第 7 页</a:t>
            </a:r>
          </a:p>
        </p:txBody>
      </p:sp>
      <p:sp>
        <p:nvSpPr>
          <p:cNvPr id="4" name="cover-tag">
            <a:extLst xmlns:a="http://schemas.openxmlformats.org/drawingml/2006/main">
              <a:ext uri="{FF2B5EF4-FFF2-40B4-BE49-F238E27FC236}">
                <a16:creationId xmlns:a16="http://schemas.microsoft.com/office/drawing/2014/main" id="{DD0756B0-3BBA-4AB9-AEA4-9955B0CF9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C6D5"/>
                </a:solidFill>
              </a:defRPr>
            </a:pPr>
            <a:r>
              <a:rPr sz="900" b="1">
                <a:solidFill>
                  <a:srgbClr val="58C6D5"/>
                </a:solidFill>
              </a:rPr>
              <a:t>DETERMINISTIC TEST FIXTURE</a:t>
            </a:r>
          </a:p>
        </p:txBody>
      </p:sp>
    </p:spTree>
    <p:extLst>
      <p:ext uri="{BB962C8B-B14F-4D97-AF65-F5344CB8AC3E}">
        <p14:creationId xmlns:p14="http://schemas.microsoft.com/office/powerpoint/2010/main" val="16658895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8F0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hapter-number-2">
            <a:extLst xmlns:a="http://schemas.openxmlformats.org/drawingml/2006/main">
              <a:ext uri="{FF2B5EF4-FFF2-40B4-BE49-F238E27FC236}">
                <a16:creationId xmlns:a16="http://schemas.microsoft.com/office/drawing/2014/main" id="{FD230395-57B8-4089-8F84-B83E496D0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238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200" b="1">
                <a:solidFill>
                  <a:srgbClr val="2F6BFF"/>
                </a:solidFill>
              </a:defRPr>
            </a:pPr>
            <a:r>
              <a:rPr sz="7200" b="1">
                <a:solidFill>
                  <a:srgbClr val="2F6BFF"/>
                </a:solidFill>
              </a:rPr>
              <a:t>01</a:t>
            </a:r>
          </a:p>
        </p:txBody>
      </p:sp>
      <p:sp>
        <p:nvSpPr>
          <p:cNvPr id="2" name="chapter-title-2">
            <a:extLst xmlns:a="http://schemas.openxmlformats.org/drawingml/2006/main">
              <a:ext uri="{FF2B5EF4-FFF2-40B4-BE49-F238E27FC236}">
                <a16:creationId xmlns:a16="http://schemas.microsoft.com/office/drawing/2014/main" id="{2714E8E1-9F5C-4C73-90C5-C97D66EA9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524000"/>
            <a:ext cx="723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</a:defRPr>
            </a:pPr>
            <a:r>
              <a:rPr sz="3150" b="1">
                <a:solidFill>
                  <a:srgbClr val="17324D"/>
                </a:solidFill>
              </a:rPr>
              <a:t>背景</a:t>
            </a:r>
          </a:p>
        </p:txBody>
      </p:sp>
      <p:sp>
        <p:nvSpPr>
          <p:cNvPr id="3" name="chapter-body-2">
            <a:extLst xmlns:a="http://schemas.openxmlformats.org/drawingml/2006/main">
              <a:ext uri="{FF2B5EF4-FFF2-40B4-BE49-F238E27FC236}">
                <a16:creationId xmlns:a16="http://schemas.microsoft.com/office/drawing/2014/main" id="{28077FE4-A85D-45CC-B2DA-C651E3911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667000"/>
            <a:ext cx="666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07181"/>
                </a:solidFill>
              </a:defRPr>
            </a:pPr>
            <a:r>
              <a:rPr sz="1650">
                <a:solidFill>
                  <a:srgbClr val="607181"/>
                </a:solidFill>
              </a:rPr>
              <a:t>本文件用于验证未授权页面保持不变。</a:t>
            </a:r>
          </a:p>
        </p:txBody>
      </p:sp>
      <p:sp>
        <p:nvSpPr>
          <p:cNvPr id="4" name="chapter-page-2">
            <a:extLst xmlns:a="http://schemas.openxmlformats.org/drawingml/2006/main">
              <a:ext uri="{FF2B5EF4-FFF2-40B4-BE49-F238E27FC236}">
                <a16:creationId xmlns:a16="http://schemas.microsoft.com/office/drawing/2014/main" id="{45E6A003-3062-471C-BFAC-6E37E0530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181"/>
                </a:solidFill>
              </a:defRPr>
            </a:pPr>
            <a:r>
              <a:rPr sz="900" b="1">
                <a:solidFill>
                  <a:srgbClr val="607181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874339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3">
            <a:extLst xmlns:a="http://schemas.openxmlformats.org/drawingml/2006/main">
              <a:ext uri="{FF2B5EF4-FFF2-40B4-BE49-F238E27FC236}">
                <a16:creationId xmlns:a16="http://schemas.microsoft.com/office/drawing/2014/main" id="{244C0CB0-2CD8-4C29-B8E8-C6554C9F2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2F6BFF"/>
            </a:solidFill>
            <a:prstDash val="solid"/>
          </a:ln>
        </p:spPr>
      </p:sp>
      <p:sp>
        <p:nvSpPr>
          <p:cNvPr id="2" name="role-3">
            <a:extLst xmlns:a="http://schemas.openxmlformats.org/drawingml/2006/main">
              <a:ext uri="{FF2B5EF4-FFF2-40B4-BE49-F238E27FC236}">
                <a16:creationId xmlns:a16="http://schemas.microsoft.com/office/drawing/2014/main" id="{84F99ED1-0B50-49DD-B079-ABB672981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F6BFF"/>
                </a:solidFill>
              </a:defRPr>
            </a:pPr>
            <a:r>
              <a:rPr sz="900" b="1">
                <a:solidFill>
                  <a:srgbClr val="2F6BFF"/>
                </a:solidFill>
              </a:rPr>
              <a:t>DATA</a:t>
            </a:r>
          </a:p>
        </p:txBody>
      </p:sp>
      <p:sp>
        <p:nvSpPr>
          <p:cNvPr id="3" name="page-3">
            <a:extLst xmlns:a="http://schemas.openxmlformats.org/drawingml/2006/main">
              <a:ext uri="{FF2B5EF4-FFF2-40B4-BE49-F238E27FC236}">
                <a16:creationId xmlns:a16="http://schemas.microsoft.com/office/drawing/2014/main" id="{27D0CEC0-A4D6-4E7B-8554-D62FB9EC7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181"/>
                </a:solidFill>
              </a:defRPr>
            </a:pPr>
            <a:r>
              <a:rPr sz="900" b="1">
                <a:solidFill>
                  <a:srgbClr val="607181"/>
                </a:solidFill>
              </a:rPr>
              <a:t>03</a:t>
            </a:r>
          </a:p>
        </p:txBody>
      </p:sp>
      <p:sp>
        <p:nvSpPr>
          <p:cNvPr id="4" name="chart-3-title">
            <a:extLst xmlns:a="http://schemas.openxmlformats.org/drawingml/2006/main">
              <a:ext uri="{FF2B5EF4-FFF2-40B4-BE49-F238E27FC236}">
                <a16:creationId xmlns:a16="http://schemas.microsoft.com/office/drawing/2014/main" id="{A3798453-A36F-4727-BF8D-B5367D699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90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24D"/>
                </a:solidFill>
              </a:defRPr>
            </a:pPr>
            <a:r>
              <a:rPr sz="2850" b="1">
                <a:solidFill>
                  <a:srgbClr val="17324D"/>
                </a:solidFill>
              </a:rPr>
              <a:t>原生图表页必须保持对象类型</a:t>
            </a:r>
          </a:p>
        </p:txBody>
      </p:sp>
      <p:sp>
        <p:nvSpPr>
          <p:cNvPr id="5" name="chart-3-subtitle">
            <a:extLst xmlns:a="http://schemas.openxmlformats.org/drawingml/2006/main">
              <a:ext uri="{FF2B5EF4-FFF2-40B4-BE49-F238E27FC236}">
                <a16:creationId xmlns:a16="http://schemas.microsoft.com/office/drawing/2014/main" id="{B7C26268-6A58-415D-98FA-11250319C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07181"/>
                </a:solidFill>
              </a:defRPr>
            </a:pPr>
            <a:r>
              <a:rPr sz="1350">
                <a:solidFill>
                  <a:srgbClr val="607181"/>
                </a:solidFill>
              </a:rPr>
              <a:t>示例合成数据，仅验证原生图表对象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952500" y="2381250"/>
          <a:ext xmlns:a="http://schemas.openxmlformats.org/drawingml/2006/main" cx="99060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5673ef0a0924b3a"/>
          </a:graphicData>
        </a:graphic>
      </p:graphicFrame>
    </p:spTree>
    <p:extLst>
      <p:ext uri="{BB962C8B-B14F-4D97-AF65-F5344CB8AC3E}">
        <p14:creationId xmlns:p14="http://schemas.microsoft.com/office/powerpoint/2010/main" val="4291254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4">
            <a:extLst xmlns:a="http://schemas.openxmlformats.org/drawingml/2006/main">
              <a:ext uri="{FF2B5EF4-FFF2-40B4-BE49-F238E27FC236}">
                <a16:creationId xmlns:a16="http://schemas.microsoft.com/office/drawing/2014/main" id="{BFBA1DF4-6F73-4DCE-A5F2-EDBF8A58C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2F6BFF"/>
            </a:solidFill>
            <a:prstDash val="solid"/>
          </a:ln>
        </p:spPr>
      </p:sp>
      <p:sp>
        <p:nvSpPr>
          <p:cNvPr id="2" name="role-4">
            <a:extLst xmlns:a="http://schemas.openxmlformats.org/drawingml/2006/main">
              <a:ext uri="{FF2B5EF4-FFF2-40B4-BE49-F238E27FC236}">
                <a16:creationId xmlns:a16="http://schemas.microsoft.com/office/drawing/2014/main" id="{4BF6660D-728E-4918-BF19-A9DDFD843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F6BFF"/>
                </a:solidFill>
              </a:defRPr>
            </a:pPr>
            <a:r>
              <a:rPr sz="900" b="1">
                <a:solidFill>
                  <a:srgbClr val="2F6BFF"/>
                </a:solidFill>
              </a:rPr>
              <a:t>AUTHORIZED-TEXT</a:t>
            </a:r>
          </a:p>
        </p:txBody>
      </p:sp>
      <p:sp>
        <p:nvSpPr>
          <p:cNvPr id="3" name="page-4">
            <a:extLst xmlns:a="http://schemas.openxmlformats.org/drawingml/2006/main">
              <a:ext uri="{FF2B5EF4-FFF2-40B4-BE49-F238E27FC236}">
                <a16:creationId xmlns:a16="http://schemas.microsoft.com/office/drawing/2014/main" id="{C4FC9A6D-8347-42B0-942F-BE66EC321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181"/>
                </a:solidFill>
              </a:defRPr>
            </a:pPr>
            <a:r>
              <a:rPr sz="900" b="1">
                <a:solidFill>
                  <a:srgbClr val="607181"/>
                </a:solidFill>
              </a:rPr>
              <a:t>04</a:t>
            </a:r>
          </a:p>
        </p:txBody>
      </p:sp>
      <p:sp>
        <p:nvSpPr>
          <p:cNvPr id="4" name="authorized-text-4-title">
            <a:extLst xmlns:a="http://schemas.openxmlformats.org/drawingml/2006/main">
              <a:ext uri="{FF2B5EF4-FFF2-40B4-BE49-F238E27FC236}">
                <a16:creationId xmlns:a16="http://schemas.microsoft.com/office/drawing/2014/main" id="{DFC9E28B-AFCA-485B-BA4A-4A74288A9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90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24D"/>
                </a:solidFill>
              </a:defRPr>
            </a:pPr>
            <a:r>
              <a:rPr sz="2850" b="1">
                <a:solidFill>
                  <a:srgbClr val="17324D"/>
                </a:solidFill>
              </a:rPr>
              <a:t>第 4 页：允许修改</a:t>
            </a:r>
          </a:p>
        </p:txBody>
      </p:sp>
      <p:sp>
        <p:nvSpPr>
          <p:cNvPr id="5" name="authorized-text-4-subtitle">
            <a:extLst xmlns:a="http://schemas.openxmlformats.org/drawingml/2006/main">
              <a:ext uri="{FF2B5EF4-FFF2-40B4-BE49-F238E27FC236}">
                <a16:creationId xmlns:a16="http://schemas.microsoft.com/office/drawing/2014/main" id="{CB9B52B6-AFE6-44E5-B153-30305FD67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07181"/>
                </a:solidFill>
              </a:defRPr>
            </a:pPr>
            <a:r>
              <a:rPr sz="1350">
                <a:solidFill>
                  <a:srgbClr val="607181"/>
                </a:solidFill>
              </a:rPr>
              <a:t>授权范围内的文字内容页</a:t>
            </a:r>
          </a:p>
        </p:txBody>
      </p:sp>
      <p:sp>
        <p:nvSpPr>
          <p:cNvPr id="6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112584B0-3F92-4860-8049-E943AC3CE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C6D5"/>
          </a:solidFill>
          <a:ln xmlns:a="http://schemas.openxmlformats.org/drawingml/2006/main" w="0">
            <a:solidFill>
              <a:srgbClr val="58C6D5"/>
            </a:solidFill>
            <a:prstDash val="solid"/>
          </a:ln>
        </p:spPr>
      </p:sp>
      <p:sp>
        <p:nvSpPr>
          <p:cNvPr id="7" name="bullet-1">
            <a:extLst xmlns:a="http://schemas.openxmlformats.org/drawingml/2006/main">
              <a:ext uri="{FF2B5EF4-FFF2-40B4-BE49-F238E27FC236}">
                <a16:creationId xmlns:a16="http://schemas.microsoft.com/office/drawing/2014/main" id="{3057C772-1A19-476D-9BFA-E6486497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5212B"/>
                </a:solidFill>
              </a:defRPr>
            </a:pPr>
            <a:r>
              <a:rPr sz="1650">
                <a:solidFill>
                  <a:srgbClr val="15212B"/>
                </a:solidFill>
              </a:rPr>
              <a:t>可替换标题与正文</a:t>
            </a:r>
          </a:p>
        </p:txBody>
      </p:sp>
      <p:sp>
        <p:nvSpPr>
          <p:cNvPr id="8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9C220B83-9A25-4DFF-91E2-636A12BA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C6D5"/>
          </a:solidFill>
          <a:ln xmlns:a="http://schemas.openxmlformats.org/drawingml/2006/main" w="0">
            <a:solidFill>
              <a:srgbClr val="58C6D5"/>
            </a:solidFill>
            <a:prstDash val="solid"/>
          </a:ln>
        </p:spPr>
      </p:sp>
      <p:sp>
        <p:nvSpPr>
          <p:cNvPr id="9" name="bullet-2">
            <a:extLst xmlns:a="http://schemas.openxmlformats.org/drawingml/2006/main">
              <a:ext uri="{FF2B5EF4-FFF2-40B4-BE49-F238E27FC236}">
                <a16:creationId xmlns:a16="http://schemas.microsoft.com/office/drawing/2014/main" id="{E91D3CAB-3B32-4440-A58F-C966085FE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670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5212B"/>
                </a:solidFill>
              </a:defRPr>
            </a:pPr>
            <a:r>
              <a:rPr sz="1650">
                <a:solidFill>
                  <a:srgbClr val="15212B"/>
                </a:solidFill>
              </a:rPr>
              <a:t>可调整本页视觉层</a:t>
            </a:r>
          </a:p>
        </p:txBody>
      </p:sp>
      <p:sp>
        <p:nvSpPr>
          <p:cNvPr id="10" name="bullet-dot-3">
            <a:extLst xmlns:a="http://schemas.openxmlformats.org/drawingml/2006/main">
              <a:ext uri="{FF2B5EF4-FFF2-40B4-BE49-F238E27FC236}">
                <a16:creationId xmlns:a16="http://schemas.microsoft.com/office/drawing/2014/main" id="{F8AC6A3C-15DB-4FD2-BC97-C4DB2FC8F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29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C6D5"/>
          </a:solidFill>
          <a:ln xmlns:a="http://schemas.openxmlformats.org/drawingml/2006/main" w="0">
            <a:solidFill>
              <a:srgbClr val="58C6D5"/>
            </a:solidFill>
            <a:prstDash val="solid"/>
          </a:ln>
        </p:spPr>
      </p:sp>
      <p:sp>
        <p:nvSpPr>
          <p:cNvPr id="11" name="bullet-3">
            <a:extLst xmlns:a="http://schemas.openxmlformats.org/drawingml/2006/main">
              <a:ext uri="{FF2B5EF4-FFF2-40B4-BE49-F238E27FC236}">
                <a16:creationId xmlns:a16="http://schemas.microsoft.com/office/drawing/2014/main" id="{1FD32713-CA66-45A9-A72C-27ACD577C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5212B"/>
                </a:solidFill>
              </a:defRPr>
            </a:pPr>
            <a:r>
              <a:rPr sz="1650">
                <a:solidFill>
                  <a:srgbClr val="15212B"/>
                </a:solidFill>
              </a:rPr>
              <a:t>不得影响全局母版或其他页面</a:t>
            </a:r>
          </a:p>
        </p:txBody>
      </p:sp>
    </p:spTree>
    <p:extLst>
      <p:ext uri="{BB962C8B-B14F-4D97-AF65-F5344CB8AC3E}">
        <p14:creationId xmlns:p14="http://schemas.microsoft.com/office/powerpoint/2010/main" val="14721725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5">
            <a:extLst xmlns:a="http://schemas.openxmlformats.org/drawingml/2006/main">
              <a:ext uri="{FF2B5EF4-FFF2-40B4-BE49-F238E27FC236}">
                <a16:creationId xmlns:a16="http://schemas.microsoft.com/office/drawing/2014/main" id="{C2B9EFC7-DB30-4C69-9FBF-DE9CE9858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2F6BFF"/>
            </a:solidFill>
            <a:prstDash val="solid"/>
          </a:ln>
        </p:spPr>
      </p:sp>
      <p:sp>
        <p:nvSpPr>
          <p:cNvPr id="2" name="role-5">
            <a:extLst xmlns:a="http://schemas.openxmlformats.org/drawingml/2006/main">
              <a:ext uri="{FF2B5EF4-FFF2-40B4-BE49-F238E27FC236}">
                <a16:creationId xmlns:a16="http://schemas.microsoft.com/office/drawing/2014/main" id="{61C002EA-8F4D-41D1-B6E7-7985977CC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F6BFF"/>
                </a:solidFill>
              </a:defRPr>
            </a:pPr>
            <a:r>
              <a:rPr sz="900" b="1">
                <a:solidFill>
                  <a:srgbClr val="2F6BFF"/>
                </a:solidFill>
              </a:rPr>
              <a:t>DATA-TABLE</a:t>
            </a:r>
          </a:p>
        </p:txBody>
      </p:sp>
      <p:sp>
        <p:nvSpPr>
          <p:cNvPr id="3" name="page-5">
            <a:extLst xmlns:a="http://schemas.openxmlformats.org/drawingml/2006/main">
              <a:ext uri="{FF2B5EF4-FFF2-40B4-BE49-F238E27FC236}">
                <a16:creationId xmlns:a16="http://schemas.microsoft.com/office/drawing/2014/main" id="{E014CACA-508F-4777-B815-758C9A900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181"/>
                </a:solidFill>
              </a:defRPr>
            </a:pPr>
            <a:r>
              <a:rPr sz="900" b="1">
                <a:solidFill>
                  <a:srgbClr val="607181"/>
                </a:solidFill>
              </a:rPr>
              <a:t>05</a:t>
            </a:r>
          </a:p>
        </p:txBody>
      </p:sp>
      <p:sp>
        <p:nvSpPr>
          <p:cNvPr id="4" name="table-5-title">
            <a:extLst xmlns:a="http://schemas.openxmlformats.org/drawingml/2006/main">
              <a:ext uri="{FF2B5EF4-FFF2-40B4-BE49-F238E27FC236}">
                <a16:creationId xmlns:a16="http://schemas.microsoft.com/office/drawing/2014/main" id="{05A4B6D1-8D7C-41FF-A113-B4A4A5AB8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90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24D"/>
                </a:solidFill>
              </a:defRPr>
            </a:pPr>
            <a:r>
              <a:rPr sz="2850" b="1">
                <a:solidFill>
                  <a:srgbClr val="17324D"/>
                </a:solidFill>
              </a:rPr>
              <a:t>原生表格页必须保持对象类型</a:t>
            </a:r>
          </a:p>
        </p:txBody>
      </p:sp>
      <p:sp>
        <p:nvSpPr>
          <p:cNvPr id="5" name="table-5-subtitle">
            <a:extLst xmlns:a="http://schemas.openxmlformats.org/drawingml/2006/main">
              <a:ext uri="{FF2B5EF4-FFF2-40B4-BE49-F238E27FC236}">
                <a16:creationId xmlns:a16="http://schemas.microsoft.com/office/drawing/2014/main" id="{60D84CB2-B8DE-4D8B-81D6-67E37CD2B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07181"/>
                </a:solidFill>
              </a:defRPr>
            </a:pPr>
            <a:r>
              <a:rPr sz="1350">
                <a:solidFill>
                  <a:srgbClr val="607181"/>
                </a:solidFill>
              </a:rPr>
              <a:t>示例合成数据，仅验证原生表格对象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1047750" y="2571750"/>
          <a:ext xmlns:a="http://schemas.openxmlformats.org/drawingml/2006/main" cx="9715500" cy="2476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238500"/>
                <a:gridCol w="3238500"/>
                <a:gridCol w="3238500"/>
              </a:tblGrid>
              <a:tr h="6191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区域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当前值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目标值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t>A 区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88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t>B 区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92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84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t>C 区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80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76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15484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6">
            <a:extLst xmlns:a="http://schemas.openxmlformats.org/drawingml/2006/main">
              <a:ext uri="{FF2B5EF4-FFF2-40B4-BE49-F238E27FC236}">
                <a16:creationId xmlns:a16="http://schemas.microsoft.com/office/drawing/2014/main" id="{D5B8D032-3440-4B65-B721-9DC1D378B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2F6BFF"/>
            </a:solidFill>
            <a:prstDash val="solid"/>
          </a:ln>
        </p:spPr>
      </p:sp>
      <p:sp>
        <p:nvSpPr>
          <p:cNvPr id="2" name="role-6">
            <a:extLst xmlns:a="http://schemas.openxmlformats.org/drawingml/2006/main">
              <a:ext uri="{FF2B5EF4-FFF2-40B4-BE49-F238E27FC236}">
                <a16:creationId xmlns:a16="http://schemas.microsoft.com/office/drawing/2014/main" id="{A46017EB-787D-4FE9-B0D0-38BFFCEBE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F6BFF"/>
                </a:solidFill>
              </a:defRPr>
            </a:pPr>
            <a:r>
              <a:rPr sz="900" b="1">
                <a:solidFill>
                  <a:srgbClr val="2F6BFF"/>
                </a:solidFill>
              </a:rPr>
              <a:t>PROTECTED-CONTENT</a:t>
            </a:r>
          </a:p>
        </p:txBody>
      </p:sp>
      <p:sp>
        <p:nvSpPr>
          <p:cNvPr id="3" name="page-6">
            <a:extLst xmlns:a="http://schemas.openxmlformats.org/drawingml/2006/main">
              <a:ext uri="{FF2B5EF4-FFF2-40B4-BE49-F238E27FC236}">
                <a16:creationId xmlns:a16="http://schemas.microsoft.com/office/drawing/2014/main" id="{C9A3B01B-D662-4510-BC83-7B01D6B73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181"/>
                </a:solidFill>
              </a:defRPr>
            </a:pPr>
            <a:r>
              <a:rPr sz="900" b="1">
                <a:solidFill>
                  <a:srgbClr val="607181"/>
                </a:solidFill>
              </a:rPr>
              <a:t>06</a:t>
            </a:r>
          </a:p>
        </p:txBody>
      </p:sp>
      <p:sp>
        <p:nvSpPr>
          <p:cNvPr id="4" name="protected-content-6-title">
            <a:extLst xmlns:a="http://schemas.openxmlformats.org/drawingml/2006/main">
              <a:ext uri="{FF2B5EF4-FFF2-40B4-BE49-F238E27FC236}">
                <a16:creationId xmlns:a16="http://schemas.microsoft.com/office/drawing/2014/main" id="{E94A7354-0E04-425A-ABA6-41ADA0474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90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24D"/>
                </a:solidFill>
              </a:defRPr>
            </a:pPr>
            <a:r>
              <a:rPr sz="2850" b="1">
                <a:solidFill>
                  <a:srgbClr val="17324D"/>
                </a:solidFill>
              </a:rPr>
              <a:t>未授权页面必须完全一致</a:t>
            </a:r>
          </a:p>
        </p:txBody>
      </p:sp>
      <p:sp>
        <p:nvSpPr>
          <p:cNvPr id="5" name="protected-content-6-subtitle">
            <a:extLst xmlns:a="http://schemas.openxmlformats.org/drawingml/2006/main">
              <a:ext uri="{FF2B5EF4-FFF2-40B4-BE49-F238E27FC236}">
                <a16:creationId xmlns:a16="http://schemas.microsoft.com/office/drawing/2014/main" id="{05F4DE97-09AD-4EAB-BBBD-530AC74C8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07181"/>
                </a:solidFill>
              </a:defRPr>
            </a:pPr>
            <a:r>
              <a:rPr sz="1350">
                <a:solidFill>
                  <a:srgbClr val="607181"/>
                </a:solidFill>
              </a:rPr>
              <a:t>视觉与结构证据都必须通过</a:t>
            </a:r>
          </a:p>
        </p:txBody>
      </p:sp>
      <p:sp>
        <p:nvSpPr>
          <p:cNvPr id="6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8F689F5D-9FCB-45DC-9080-D28CBF0F8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C6D5"/>
          </a:solidFill>
          <a:ln xmlns:a="http://schemas.openxmlformats.org/drawingml/2006/main" w="0">
            <a:solidFill>
              <a:srgbClr val="58C6D5"/>
            </a:solidFill>
            <a:prstDash val="solid"/>
          </a:ln>
        </p:spPr>
      </p:sp>
      <p:sp>
        <p:nvSpPr>
          <p:cNvPr id="7" name="bullet-1">
            <a:extLst xmlns:a="http://schemas.openxmlformats.org/drawingml/2006/main">
              <a:ext uri="{FF2B5EF4-FFF2-40B4-BE49-F238E27FC236}">
                <a16:creationId xmlns:a16="http://schemas.microsoft.com/office/drawing/2014/main" id="{17D333DC-5BF3-405C-8782-963656672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5212B"/>
                </a:solidFill>
              </a:defRPr>
            </a:pPr>
            <a:r>
              <a:rPr sz="1650">
                <a:solidFill>
                  <a:srgbClr val="15212B"/>
                </a:solidFill>
              </a:rPr>
              <a:t>固定渲染器下 PNG 哈希一致</a:t>
            </a:r>
          </a:p>
        </p:txBody>
      </p:sp>
      <p:sp>
        <p:nvSpPr>
          <p:cNvPr id="8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95949F59-24FE-44CF-BB93-0183FF538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C6D5"/>
          </a:solidFill>
          <a:ln xmlns:a="http://schemas.openxmlformats.org/drawingml/2006/main" w="0">
            <a:solidFill>
              <a:srgbClr val="58C6D5"/>
            </a:solidFill>
            <a:prstDash val="solid"/>
          </a:ln>
        </p:spPr>
      </p:sp>
      <p:sp>
        <p:nvSpPr>
          <p:cNvPr id="9" name="bullet-2">
            <a:extLst xmlns:a="http://schemas.openxmlformats.org/drawingml/2006/main">
              <a:ext uri="{FF2B5EF4-FFF2-40B4-BE49-F238E27FC236}">
                <a16:creationId xmlns:a16="http://schemas.microsoft.com/office/drawing/2014/main" id="{B004B95D-DB51-47CA-B29B-785E30DAC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670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5212B"/>
                </a:solidFill>
              </a:defRPr>
            </a:pPr>
            <a:r>
              <a:rPr sz="1650">
                <a:solidFill>
                  <a:srgbClr val="15212B"/>
                </a:solidFill>
              </a:rPr>
              <a:t>规范化 XML 与关系清单一致</a:t>
            </a:r>
          </a:p>
        </p:txBody>
      </p:sp>
      <p:sp>
        <p:nvSpPr>
          <p:cNvPr id="10" name="bullet-dot-3">
            <a:extLst xmlns:a="http://schemas.openxmlformats.org/drawingml/2006/main">
              <a:ext uri="{FF2B5EF4-FFF2-40B4-BE49-F238E27FC236}">
                <a16:creationId xmlns:a16="http://schemas.microsoft.com/office/drawing/2014/main" id="{7CAD2C2B-005C-4468-85A0-AA19273AB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29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C6D5"/>
          </a:solidFill>
          <a:ln xmlns:a="http://schemas.openxmlformats.org/drawingml/2006/main" w="0">
            <a:solidFill>
              <a:srgbClr val="58C6D5"/>
            </a:solidFill>
            <a:prstDash val="solid"/>
          </a:ln>
        </p:spPr>
      </p:sp>
      <p:sp>
        <p:nvSpPr>
          <p:cNvPr id="11" name="bullet-3">
            <a:extLst xmlns:a="http://schemas.openxmlformats.org/drawingml/2006/main">
              <a:ext uri="{FF2B5EF4-FFF2-40B4-BE49-F238E27FC236}">
                <a16:creationId xmlns:a16="http://schemas.microsoft.com/office/drawing/2014/main" id="{E7A1379D-1379-4DB6-ACD3-45DD9B2B8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5212B"/>
                </a:solidFill>
              </a:defRPr>
            </a:pPr>
            <a:r>
              <a:rPr sz="1650">
                <a:solidFill>
                  <a:srgbClr val="15212B"/>
                </a:solidFill>
              </a:rPr>
              <a:t>源文件本身不可被覆盖</a:t>
            </a:r>
          </a:p>
        </p:txBody>
      </p:sp>
    </p:spTree>
    <p:extLst>
      <p:ext uri="{BB962C8B-B14F-4D97-AF65-F5344CB8AC3E}">
        <p14:creationId xmlns:p14="http://schemas.microsoft.com/office/powerpoint/2010/main" val="11843928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7">
            <a:extLst xmlns:a="http://schemas.openxmlformats.org/drawingml/2006/main">
              <a:ext uri="{FF2B5EF4-FFF2-40B4-BE49-F238E27FC236}">
                <a16:creationId xmlns:a16="http://schemas.microsoft.com/office/drawing/2014/main" id="{6B3ED1A8-CBB2-4AFF-98D0-3165BA69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2F6BFF"/>
            </a:solidFill>
            <a:prstDash val="solid"/>
          </a:ln>
        </p:spPr>
      </p:sp>
      <p:sp>
        <p:nvSpPr>
          <p:cNvPr id="2" name="role-7">
            <a:extLst xmlns:a="http://schemas.openxmlformats.org/drawingml/2006/main">
              <a:ext uri="{FF2B5EF4-FFF2-40B4-BE49-F238E27FC236}">
                <a16:creationId xmlns:a16="http://schemas.microsoft.com/office/drawing/2014/main" id="{6B32C78B-8637-4218-87D6-0D66BDC2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F6BFF"/>
                </a:solidFill>
              </a:defRPr>
            </a:pPr>
            <a:r>
              <a:rPr sz="900" b="1">
                <a:solidFill>
                  <a:srgbClr val="2F6BFF"/>
                </a:solidFill>
              </a:rPr>
              <a:t>IMAGE-CONTENT</a:t>
            </a:r>
          </a:p>
        </p:txBody>
      </p:sp>
      <p:sp>
        <p:nvSpPr>
          <p:cNvPr id="3" name="page-7">
            <a:extLst xmlns:a="http://schemas.openxmlformats.org/drawingml/2006/main">
              <a:ext uri="{FF2B5EF4-FFF2-40B4-BE49-F238E27FC236}">
                <a16:creationId xmlns:a16="http://schemas.microsoft.com/office/drawing/2014/main" id="{8847DE99-D2C3-4406-BEB6-B839DB5E7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181"/>
                </a:solidFill>
              </a:defRPr>
            </a:pPr>
            <a:r>
              <a:rPr sz="900" b="1">
                <a:solidFill>
                  <a:srgbClr val="607181"/>
                </a:solidFill>
              </a:rPr>
              <a:t>07</a:t>
            </a:r>
          </a:p>
        </p:txBody>
      </p:sp>
      <p:sp>
        <p:nvSpPr>
          <p:cNvPr id="4" name="visual-7-title">
            <a:extLst xmlns:a="http://schemas.openxmlformats.org/drawingml/2006/main">
              <a:ext uri="{FF2B5EF4-FFF2-40B4-BE49-F238E27FC236}">
                <a16:creationId xmlns:a16="http://schemas.microsoft.com/office/drawing/2014/main" id="{B5900078-9D18-4310-858B-6B3CA38B9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90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24D"/>
                </a:solidFill>
              </a:defRPr>
            </a:pPr>
            <a:r>
              <a:rPr sz="2850" b="1">
                <a:solidFill>
                  <a:srgbClr val="17324D"/>
                </a:solidFill>
              </a:rPr>
              <a:t>第 7 页：允许修改</a:t>
            </a:r>
          </a:p>
        </p:txBody>
      </p:sp>
      <p:sp>
        <p:nvSpPr>
          <p:cNvPr id="5" name="visual-7-subtitle">
            <a:extLst xmlns:a="http://schemas.openxmlformats.org/drawingml/2006/main">
              <a:ext uri="{FF2B5EF4-FFF2-40B4-BE49-F238E27FC236}">
                <a16:creationId xmlns:a16="http://schemas.microsoft.com/office/drawing/2014/main" id="{6CB1C8A3-6AE5-4383-B8F1-78FEC30AE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07181"/>
                </a:solidFill>
              </a:defRPr>
            </a:pPr>
            <a:r>
              <a:rPr sz="1350">
                <a:solidFill>
                  <a:srgbClr val="607181"/>
                </a:solidFill>
              </a:rPr>
              <a:t>授权范围内的视觉内容页</a:t>
            </a:r>
          </a:p>
        </p:txBody>
      </p:sp>
      <p:sp>
        <p:nvSpPr>
          <p:cNvPr id="6" name="image-frame">
            <a:extLst xmlns:a="http://schemas.openxmlformats.org/drawingml/2006/main">
              <a:ext uri="{FF2B5EF4-FFF2-40B4-BE49-F238E27FC236}">
                <a16:creationId xmlns:a16="http://schemas.microsoft.com/office/drawing/2014/main" id="{6BE9DC88-6296-4D80-964B-EE1DD7AB4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33625"/>
            <a:ext cx="581025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19050">
            <a:solidFill>
              <a:srgbClr val="2F6BFF"/>
            </a:solidFill>
            <a:prstDash val="solid"/>
          </a:ln>
        </p:spPr>
      </p:sp>
      <p:sp>
        <p:nvSpPr>
          <p:cNvPr id="7" name="image-frame-label">
            <a:extLst xmlns:a="http://schemas.openxmlformats.org/drawingml/2006/main">
              <a:ext uri="{FF2B5EF4-FFF2-40B4-BE49-F238E27FC236}">
                <a16:creationId xmlns:a16="http://schemas.microsoft.com/office/drawing/2014/main" id="{445DAABA-9684-4384-802F-9A24900AC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33750"/>
            <a:ext cx="352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F6BFF"/>
                </a:solidFill>
              </a:defRPr>
            </a:pPr>
            <a:r>
              <a:rPr sz="1950" b="1">
                <a:solidFill>
                  <a:srgbClr val="2F6BFF"/>
                </a:solidFill>
              </a:rPr>
              <a:t>视觉素材区域</a:t>
            </a:r>
          </a:p>
          <a:p xmlns:a="http://schemas.openxmlformats.org/drawingml/2006/main">
            <a:pPr algn="ctr">
              <a:defRPr sz="1950" b="1">
                <a:solidFill>
                  <a:srgbClr val="2F6BFF"/>
                </a:solidFill>
              </a:defRPr>
            </a:pPr>
            <a:r>
              <a:rPr sz="1950" b="1">
                <a:solidFill>
                  <a:srgbClr val="2F6BFF"/>
                </a:solidFill>
              </a:rPr>
              <a:t>保留文字安全区</a:t>
            </a:r>
          </a:p>
        </p:txBody>
      </p:sp>
      <p:sp>
        <p:nvSpPr>
          <p:cNvPr id="8" name="visual-copy">
            <a:extLst xmlns:a="http://schemas.openxmlformats.org/drawingml/2006/main">
              <a:ext uri="{FF2B5EF4-FFF2-40B4-BE49-F238E27FC236}">
                <a16:creationId xmlns:a16="http://schemas.microsoft.com/office/drawing/2014/main" id="{9E58B37F-7C1D-4317-B062-65599F3D2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361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5212B"/>
                </a:solidFill>
              </a:defRPr>
            </a:pPr>
            <a:r>
              <a:rPr sz="1800">
                <a:solidFill>
                  <a:srgbClr val="15212B"/>
                </a:solidFill>
              </a:rPr>
              <a:t>左侧：结论与关键说明</a:t>
            </a:r>
          </a:p>
          <a:p xmlns:a="http://schemas.openxmlformats.org/drawingml/2006/main">
            <a:pPr>
              <a:defRPr sz="1800">
                <a:solidFill>
                  <a:srgbClr val="15212B"/>
                </a:solidFill>
              </a:defRPr>
            </a:pPr>
            <a:r>
              <a:rPr sz="1800">
                <a:solidFill>
                  <a:srgbClr val="15212B"/>
                </a:solidFill>
              </a:rPr>
              <a:t>右侧：图片、场景或插画</a:t>
            </a:r>
          </a:p>
        </p:txBody>
      </p:sp>
    </p:spTree>
    <p:extLst>
      <p:ext uri="{BB962C8B-B14F-4D97-AF65-F5344CB8AC3E}">
        <p14:creationId xmlns:p14="http://schemas.microsoft.com/office/powerpoint/2010/main" val="1647832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nding-title">
            <a:extLst xmlns:a="http://schemas.openxmlformats.org/drawingml/2006/main">
              <a:ext uri="{FF2B5EF4-FFF2-40B4-BE49-F238E27FC236}">
                <a16:creationId xmlns:a16="http://schemas.microsoft.com/office/drawing/2014/main" id="{D26C3205-1CF1-47E7-93A5-5B096D952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00250"/>
            <a:ext cx="933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输出必须是新文件</a:t>
            </a:r>
          </a:p>
        </p:txBody>
      </p:sp>
      <p:sp>
        <p:nvSpPr>
          <p:cNvPr id="2" name="ending-body">
            <a:extLst xmlns:a="http://schemas.openxmlformats.org/drawingml/2006/main">
              <a:ext uri="{FF2B5EF4-FFF2-40B4-BE49-F238E27FC236}">
                <a16:creationId xmlns:a16="http://schemas.microsoft.com/office/drawing/2014/main" id="{78E6F000-4CC9-47D2-95B8-6EAD766FC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333750"/>
            <a:ext cx="7620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C9D7E5"/>
                </a:solidFill>
              </a:defRPr>
            </a:pPr>
            <a:r>
              <a:rPr sz="1650">
                <a:solidFill>
                  <a:srgbClr val="C9D7E5"/>
                </a:solidFill>
              </a:rPr>
              <a:t>交付前展示完整预览与未授权页对比结果</a:t>
            </a:r>
          </a:p>
        </p:txBody>
      </p:sp>
      <p:sp>
        <p:nvSpPr>
          <p:cNvPr id="3" name="ending-page">
            <a:extLst xmlns:a="http://schemas.openxmlformats.org/drawingml/2006/main">
              <a:ext uri="{FF2B5EF4-FFF2-40B4-BE49-F238E27FC236}">
                <a16:creationId xmlns:a16="http://schemas.microsoft.com/office/drawing/2014/main" id="{1BD91CDF-2B75-4A45-A8F0-8607B68B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8C6D5"/>
                </a:solidFill>
              </a:defRPr>
            </a:pPr>
            <a:r>
              <a:rPr sz="900" b="1">
                <a:solidFill>
                  <a:srgbClr val="58C6D5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027697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2026-07-13T04:30:16.2850000Z</dcterms:created>
  <dcterms:modified xsi:type="dcterms:W3CDTF">2026-07-13T04:30:16.2850000Z</dcterms:modified>
</coreProperties>
</file>